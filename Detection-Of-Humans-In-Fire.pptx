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0606" y="1746945"/>
            <a:ext cx="6122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Detection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39369" y="2585145"/>
            <a:ext cx="46652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CNN for Human Detection in Fire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05645" y="3209925"/>
            <a:ext cx="25327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 with 96.26% accuracy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fire in images and video streams with minimal false positives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human presence in fire-affected areas for risk assessment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video streams in real-time (24+ FPS minimum)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user-friendly interface for non-technical operators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Detection Framework: First integrated system combining fire and human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Implementation: Complete web-based deployment 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Evaluation: Detailed performance analysis with multiple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Processing: 24-30 FPS video analysis capability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52787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130"/>
            <a:ext cx="7924800" cy="152787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Fire Classifier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75250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with high precision and recall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34730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Human Detector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50897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Localizes persons with bounding boxes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61"/>
            <a:ext cx="1657350" cy="114667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24150" y="1325861"/>
            <a:ext cx="1657350" cy="114667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0" y="1325861"/>
            <a:ext cx="1657350" cy="114667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00850" y="1325861"/>
            <a:ext cx="1657350" cy="114667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554461"/>
            <a:ext cx="118529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96.26%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2057302"/>
            <a:ext cx="11852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90850" y="1554461"/>
            <a:ext cx="118529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90850" y="2057302"/>
            <a:ext cx="11852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Recall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1554461"/>
            <a:ext cx="118529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302"/>
            <a:ext cx="11852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Precision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67550" y="1554461"/>
            <a:ext cx="118529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67550" y="2057302"/>
            <a:ext cx="11852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Convergence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epochs with excellent convergence characteristics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initial improvement (Epochs 1-5): 80% loss reduction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train accuracy: 99.14% with validation at 96.88%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overfitting (2.26% gap between train and validation)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49661"/>
            <a:ext cx="1657350" cy="104001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24150" y="1249661"/>
            <a:ext cx="1657350" cy="104001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0" y="1249661"/>
            <a:ext cx="1657350" cy="104001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00850" y="1249661"/>
            <a:ext cx="1657350" cy="104001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Analysis (200 Images)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478261"/>
            <a:ext cx="11852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1874441"/>
            <a:ext cx="11852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90850" y="1478261"/>
            <a:ext cx="11852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90850" y="1874441"/>
            <a:ext cx="11852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Negatives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1478261"/>
            <a:ext cx="11852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441"/>
            <a:ext cx="11852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67550" y="1478261"/>
            <a:ext cx="11852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67550" y="1874441"/>
            <a:ext cx="11852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yet effective model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Convolutional blocks (16→32 filters) with MaxPooling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Dense layers (128 → 64 units) with 40% dropout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parameters: 614,929 (lightweight for real-time)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speed: 50-100ms (GPU), 200-300ms (CPU)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3848100" cy="94476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249663"/>
            <a:ext cx="3848100" cy="944761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 Application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3"/>
            <a:ext cx="34587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752502"/>
            <a:ext cx="345871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JPG/PNG, instant detection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14900" y="1478263"/>
            <a:ext cx="34587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Video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14900" y="1752502"/>
            <a:ext cx="345871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Frame-by-frame analysis with live streaming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Human Detection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YOLOv3 pre-trained on MS COCO dataset (80 classes)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Achieves 30-60 FPS on standard GPUs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conditionally only on fire-detected frames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 output with confidence scores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Response: Automatic fire alerts and dispatch coordination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Safety: Automated evacuation procedures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Monitoring: Chemical plants, power generation, refineries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Wildfire Detection: Forest monitoring with rapid response coordination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Preparation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with proper splits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999 images (fire and non-fire)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70% (~700 images)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~67% of 30% (~200 images)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~33% of 30% (~99 images)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Low-light performance (85% in dark scenes vs 95% in daylight)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smoke conditions reduce detection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inference: 5-10 FPS (requires GPU for real-time)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struggles with heavily occluded people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learning: ResNet, EfficientNet, Vision Transformers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imaging integration for low-light robustness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models: 3D ConvNets and LSTMs for video stability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deployment: Jetson and Coral optimization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2489200" cy="15884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400" y="1386780"/>
            <a:ext cx="2489200" cy="131425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201" y="1386780"/>
            <a:ext cx="2489200" cy="131425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3"/>
            <a:ext cx="203200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Surveillance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2026741"/>
            <a:ext cx="2072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2422922"/>
            <a:ext cx="2072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prone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56000" y="1615380"/>
            <a:ext cx="20726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Sensors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56000" y="1889624"/>
            <a:ext cx="2072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85-90%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56000" y="2285805"/>
            <a:ext cx="2072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small fires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73801" y="1615380"/>
            <a:ext cx="20726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73801" y="1889624"/>
            <a:ext cx="2072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96-100%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73801" y="2285805"/>
            <a:ext cx="2072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automated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5973" y="1872658"/>
            <a:ext cx="187195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70855" y="2512721"/>
            <a:ext cx="30021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CNN for Fire Detection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71395" y="3084221"/>
            <a:ext cx="36011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96.26% Accuracy | 100% Fire Recall | Real-time Processing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2025-12-12T11:52:20Z</dcterms:created>
  <dcterms:modified xsi:type="dcterms:W3CDTF">2025-12-12T11:52:20Z</dcterms:modified>
</cp:coreProperties>
</file>